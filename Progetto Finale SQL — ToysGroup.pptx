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2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657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717800"/>
            <a:ext cx="10883392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Progetto Finale SQL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ToysGroup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30768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è stato eseguito, passo per passo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515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scenario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07270"/>
            <a:ext cx="91567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ToysGroup distribuisce giocattoli in diverse aree geografiche. I prodotti sono classificati in categorie, i mercati in regioni di vendita. Ogni vendita collega un prodotto a una regione.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3943945"/>
            <a:ext cx="3380284" cy="87243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417572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4389041"/>
            <a:ext cx="300423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chiave, categoria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5809" y="3943945"/>
            <a:ext cx="3380383" cy="87243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584" y="4175720"/>
            <a:ext cx="300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7584" y="4389041"/>
            <a:ext cx="300433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chiave, stato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95741" y="3943945"/>
            <a:ext cx="3380284" cy="87243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516" y="417572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7516" y="4389041"/>
            <a:ext cx="300423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riga per transazione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6256040"/>
            <a:ext cx="11082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Progettazione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20"/>
            <a:ext cx="528472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concettuale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16000" y="1894780"/>
            <a:ext cx="507542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entità: Product, Region, Sales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relazioni 1:N verso Sales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gerarchie: Category in Product, State in Region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8400" y="1534120"/>
            <a:ext cx="528472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logico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51600" y="1894780"/>
            <a:ext cx="507542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tabella con tutte le colonne fisiche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chiavi esterne di Sales verso Product e Region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nessuna ridondanza: categoria solo in Product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6256040"/>
            <a:ext cx="12888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 3 · Tabelle e dati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20"/>
            <a:ext cx="528472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Creazione tabelle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16000" y="1894780"/>
            <a:ext cx="507542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chiave primaria per tabella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chiavi esterne verso Product e Region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stesso tipo INT tra PK e FK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8400" y="1534120"/>
            <a:ext cx="528472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Popolamento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51600" y="1894780"/>
            <a:ext cx="507542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prodotti su 3 categorie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stati su 3 regioni di vendita</a:t>
            </a:r>
            <a:endParaRPr lang="en-US" sz="1300" dirty="0"/>
          </a:p>
          <a:p>
            <a:pPr marL="342900" indent="-342900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vendite su più anni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6256040"/>
            <a:ext cx="1278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529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 · Integrità e JOIN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56620"/>
            <a:ext cx="8947404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 dell'univocità delle chiavi primarie, una query per tabella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JOIN tra Sales, Product e Region con codice prodotto, categoria, stato, regione e data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colonna booleana: vendita avvenuta oltre 180 giorni fa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controllo finale: nessuna riga persa rispetto a Sales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2977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529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 · Aggregazioni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56620"/>
            <a:ext cx="8947404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fatturato totale per prodotto e per anno, con YEAR()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fatturato totale per stato e per anno, ordinato per anno e fatturato decrescente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categoria più richiesta per quantità venduta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HAVING sugli stati con fatturato oltre 1000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2461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529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 · Subquery e CTE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56620"/>
            <a:ext cx="8947404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quantità media venduta per prodotto nell'ultimo anno, con subquery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prodotti sopra la media, filtrati con HAVING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stessa query riscritta con CTE, in tre passaggi con nome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risultato identico tra le due versioni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2987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529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 · Window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56620"/>
            <a:ext cx="8947404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 dei prodotti per fatturato dentro la propria categoria, con DENSE_RANK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totale progressivo del fatturato per regione, riga per riga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 tra vendita e vendita precedente della stessa regione, con LAG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nessun GROUP BY: una riga per transazione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210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5299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 · Invenduti e viste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56620"/>
            <a:ext cx="8947404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prodotti mai venduti, con LEFT JOIN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stessa domanda, con un secondo approccio: NOT EXISTS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denormalizzata sui prodotti: codice, nome, categoria</a:t>
            </a:r>
            <a:endParaRPr lang="en-US" sz="1600" dirty="0"/>
          </a:p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geografica per l'analisi delle vendite per area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341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4284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Privacy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16000" y="2964160"/>
            <a:ext cx="960145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500" dirty="0">
                <a:solidFill>
                  <a:srgbClr val="E3DD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pubblica: rimosso il costo di acquisto, dato interno</a:t>
            </a:r>
            <a:endParaRPr lang="en-US" sz="15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500" dirty="0">
                <a:solidFill>
                  <a:srgbClr val="E3DD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contatti fornitori: accesso al marketing solo tramite vista senza telefono</a:t>
            </a:r>
            <a:endParaRPr lang="en-US" sz="15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500" dirty="0">
                <a:solidFill>
                  <a:srgbClr val="E3DD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commerciale: margine spostato in una vista separata riservata</a:t>
            </a:r>
            <a:endParaRPr lang="en-US" sz="15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500" dirty="0">
                <a:solidFill>
                  <a:srgbClr val="E3DD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accessi: aggiunta una data di scadenza e pulizia periodica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256040"/>
            <a:ext cx="12987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13409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Risultato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242370"/>
            <a:ext cx="9156700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unico file .sql commentato, con le query numerate nell'ordine degli esercizi e uno schema ER e logico su diagrams.net.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409565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Eseguito e verificato su MySQL Workbench.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Office PowerPoint</Application>
  <PresentationFormat>Widescreen</PresentationFormat>
  <Paragraphs>82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Finale SQL — ToysGroup</dc:title>
  <dc:subject>PptxGenJS Presentation</dc:subject>
  <dc:creator>PptxGenJS</dc:creator>
  <cp:lastModifiedBy>andrei george ciobotaru</cp:lastModifiedBy>
  <cp:revision>2</cp:revision>
  <dcterms:created xsi:type="dcterms:W3CDTF">2026-09-19T06:30:55Z</dcterms:created>
  <dcterms:modified xsi:type="dcterms:W3CDTF">2026-09-19T06:32:25Z</dcterms:modified>
</cp:coreProperties>
</file>